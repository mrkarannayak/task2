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9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2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-74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BAA3A51-4E41-4329-812E-B3B7C3B350B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ACBF425-D951-474A-9391-AB796BC03CD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1935826.1935878" TargetMode="External"/><Relationship Id="rId7" Type="http://schemas.openxmlformats.org/officeDocument/2006/relationships/hyperlink" Target="https://ojs.aaai.org/index.php/ICWSM/article/view/14706" TargetMode="External"/><Relationship Id="rId2" Type="http://schemas.openxmlformats.org/officeDocument/2006/relationships/hyperlink" Target="https://dl.acm.org/doi/10.1145/1298306.129831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sai.org/Publications/ViewPaper" TargetMode="External"/><Relationship Id="rId5" Type="http://schemas.openxmlformats.org/officeDocument/2006/relationships/hyperlink" Target="https://dl.acm.org/doi/10.1145/2187836.2187840" TargetMode="External"/><Relationship Id="rId4" Type="http://schemas.openxmlformats.org/officeDocument/2006/relationships/hyperlink" Target="https://dl.acm.org/doi/10.1145/2433396.2433440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023787-658B-BA8A-C35E-115238266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559" y="339365"/>
            <a:ext cx="10576874" cy="1583703"/>
          </a:xfrm>
        </p:spPr>
        <p:txBody>
          <a:bodyPr>
            <a:normAutofit/>
          </a:bodyPr>
          <a:lstStyle/>
          <a:p>
            <a:r>
              <a:rPr lang="en-IN" sz="4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</a:t>
            </a:r>
            <a:r>
              <a:rPr lang="en-IN" sz="4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D79153F-19B6-1D35-9F05-5C6988E2A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480" y="2705493"/>
            <a:ext cx="8128000" cy="32333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Nayak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Karan </a:t>
            </a:r>
            <a:r>
              <a:rPr lang="en-IN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Govardhan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Gujar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Sanika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Chandrakant</a:t>
            </a:r>
            <a:endParaRPr lang="en-IN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MCA 2</a:t>
            </a:r>
            <a:r>
              <a:rPr lang="en-I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 (Sem-III)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Prediction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Pradnya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Baviskar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03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845B8D-9A88-D288-ACC2-082C83C8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070" y="365760"/>
            <a:ext cx="9785023" cy="94456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F50183-2603-DBC1-1003-87DE18A66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069" y="1979629"/>
            <a:ext cx="9785023" cy="4351337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Loan approval is an important process in banks and financial institutions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Banks need to decide whether a loan should be approved or rejected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is called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Loan Approval Prediction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Machine Learning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predict loan approval status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Prediction is based on applicant income, credit history, loan amount, employment status, and property area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is developed using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Python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simple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GUI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provided for easy use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helps banks make fast, accurate, and risk-free loan approval decisions</a:t>
            </a:r>
          </a:p>
        </p:txBody>
      </p:sp>
    </p:spTree>
    <p:extLst>
      <p:ext uri="{BB962C8B-B14F-4D97-AF65-F5344CB8AC3E}">
        <p14:creationId xmlns:p14="http://schemas.microsoft.com/office/powerpoint/2010/main" val="132881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1744C-05F9-F219-93F9-E565E084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399843" cy="1057687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B03C2B-CE7F-2576-4623-CBB94E5EC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606" y="2139886"/>
            <a:ext cx="9323108" cy="393097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develop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-based interface for easy use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assist banks in making loan approval decisions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predict whether a loan application should be approved or rejected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use machine learning techniques for accurate loan prediction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analyze applicant features such as income, credit history, loan amount, and employment details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reduce financial risk by identifying high-risk applicants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provide a simple and user-friendly interface for loan officers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40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97B20F-58C7-DF64-1800-A908BC28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166" y="365760"/>
            <a:ext cx="9417377" cy="904240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C9976C-FCF3-E8D3-4716-08B291600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165" y="1477848"/>
            <a:ext cx="9417377" cy="4930218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1. Data Collection Module –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Handles importing and loading of loan application dataset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Verifies data format, consistency, and data quality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2. Data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Module –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Cleans the dataset by handling missing values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Encodes categorical variables and normalizes numerical data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Removes null, duplicate, or invalid entries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3. Prediction Module –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Takes user input via GUI (income, credit history, loan amount, etc.)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Loads the trained machine learning model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Predicts loan status as Approved / Not Approved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4. GUI (Frontend) Module –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Developed using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Tkinter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Provides input fields for applicant details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Includes buttons for “Predict”, “Reset”, and “Exit”</a:t>
            </a:r>
          </a:p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89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4F2BDD-57AE-E503-2DF1-375D5898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729" y="399084"/>
            <a:ext cx="9370242" cy="118872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291463-F508-62B2-3621-461708B12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728" y="2318994"/>
            <a:ext cx="9370242" cy="404409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Tools &amp; Technology used in Loan Approval Prediction :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Programming Language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Python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Machine Learning Library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-learn,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XGBoost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Data Handling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Pandas,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NumPy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GUI Tool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Tkinter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Development Tools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VS Code /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Notebook /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PyCharm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Operating System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Windows</a:t>
            </a:r>
          </a:p>
        </p:txBody>
      </p:sp>
    </p:spTree>
    <p:extLst>
      <p:ext uri="{BB962C8B-B14F-4D97-AF65-F5344CB8AC3E}">
        <p14:creationId xmlns:p14="http://schemas.microsoft.com/office/powerpoint/2010/main" val="262395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C2C4DA-BDE6-EDD2-4912-7D50DA73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167" y="523613"/>
            <a:ext cx="9360817" cy="118872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DF267B-AAD6-810D-B6D7-2BD7A6D64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166" y="2403836"/>
            <a:ext cx="9360817" cy="3930552"/>
          </a:xfrm>
        </p:spPr>
        <p:txBody>
          <a:bodyPr>
            <a:norm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Random Forest is a machine learning classification algorithm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builds multiple decision trees from the loan dataset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tree independently predicts loan approval status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final output is based on majority voting of all trees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works well with large, complex, and non-linear data</a:t>
            </a:r>
          </a:p>
        </p:txBody>
      </p:sp>
    </p:spTree>
    <p:extLst>
      <p:ext uri="{BB962C8B-B14F-4D97-AF65-F5344CB8AC3E}">
        <p14:creationId xmlns:p14="http://schemas.microsoft.com/office/powerpoint/2010/main" val="152531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341860-F136-FE49-8BF8-7C3D27AD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65760"/>
            <a:ext cx="10436352" cy="1325562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design 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(Diagrams)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7869B346-7F3C-1FBD-ED1C-C1FC978891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85" y="1919142"/>
            <a:ext cx="4638898" cy="3982720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8D6FF696-D0B0-85ED-BC28-77D477A588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553" y="1828931"/>
            <a:ext cx="4859023" cy="3986145"/>
          </a:xfrm>
        </p:spPr>
      </p:pic>
    </p:spTree>
    <p:extLst>
      <p:ext uri="{BB962C8B-B14F-4D97-AF65-F5344CB8AC3E}">
        <p14:creationId xmlns:p14="http://schemas.microsoft.com/office/powerpoint/2010/main" val="283943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7FBCCC-CE97-C11C-9D3D-95EEC299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49" y="624110"/>
            <a:ext cx="10393577" cy="99133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DE4D4227-525F-A9FD-EA6E-9B23C0CB63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5665"/>
            <a:ext cx="5996076" cy="3013412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FBFE37E9-B333-34D9-4846-EAC0F920CE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545" y="2394298"/>
            <a:ext cx="6073455" cy="3017458"/>
          </a:xfrm>
        </p:spPr>
      </p:pic>
    </p:spTree>
    <p:extLst>
      <p:ext uri="{BB962C8B-B14F-4D97-AF65-F5344CB8AC3E}">
        <p14:creationId xmlns:p14="http://schemas.microsoft.com/office/powerpoint/2010/main" val="3537228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439969-1256-92F4-86A5-F443FDBB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887" y="719595"/>
            <a:ext cx="9323109" cy="118872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2CB84A-03CE-CD05-6EA6-13A828C59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887" y="2638044"/>
            <a:ext cx="9323109" cy="361192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Provides accurate prediction of loan approval status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Easy to use and user-friendly interface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Low cost and uses open-source tools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Uses machine learning for better decision-making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Helps banks evaluate loan applications efficiently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Saves time and effort for loan officers and institutions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70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4B6225-27F6-174D-1E35-E506832E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299" y="672461"/>
            <a:ext cx="9285402" cy="118872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2DE535-D28F-4445-CC2A-FCCD61B9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299" y="2638044"/>
            <a:ext cx="9285402" cy="326313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Predictions depend on the quality of loan dataset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Accuracy may reduce with limited or outdated data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Cannot guarantee 100% accurate loan approval decisions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Desktop-based application only (if GUI based)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External economic or policy factors cannot be predicted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73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725F9-256C-52A5-2514-2A9C2046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935" y="428920"/>
            <a:ext cx="9803877" cy="118872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4280CA-CD20-0E44-6F58-2272E704A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935" y="2111604"/>
            <a:ext cx="9803877" cy="449658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Web-Based or Cloud Deployment: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project can be upgraded from a desktop application to a web-based or cloud-based system for easier access, scalability, and real-time processing.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More Predictive Features: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Future versions can include additional parameters such as employment history, transaction patterns, credit bureau scores, and debt-to-income ratio to improve prediction accuracy.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Real-Time Analytics Dashboard: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Live charts and visualizations can be added to analyze loan approval trends, risk levels, and applicant behavior dynamically.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4. Mobile Application Development: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can be developed as a mobile application to allow bank officials to access and evaluate loan applications anytime and anywhere.</a:t>
            </a:r>
          </a:p>
          <a:p>
            <a:pPr lvl="0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208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5E51B9-12C6-9053-5C77-53561ADD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732" y="625327"/>
            <a:ext cx="9332536" cy="118872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BD60C8-9960-7F17-0A88-F72C848A1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731" y="2403836"/>
            <a:ext cx="9332535" cy="364817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project successfully predicts loan approval status using machine learning.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analyzes important applicant features such as income, credit history, loan amount, and employment details.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is easy to use and user-friendly.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helps banks and loan officers make better and faster decisions before approving loans.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project demonstrates the practical application of machine learning in the banking and financial sector.</a:t>
            </a:r>
          </a:p>
        </p:txBody>
      </p:sp>
    </p:spTree>
    <p:extLst>
      <p:ext uri="{BB962C8B-B14F-4D97-AF65-F5344CB8AC3E}">
        <p14:creationId xmlns:p14="http://schemas.microsoft.com/office/powerpoint/2010/main" val="1062341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1147F5-9B68-F5CE-8BEB-B5570750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313" y="521633"/>
            <a:ext cx="9181707" cy="118872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8A5D36-502D-E56E-55F5-077B0AEF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312" y="2255520"/>
            <a:ext cx="9181707" cy="3924617"/>
          </a:xfrm>
        </p:spPr>
        <p:txBody>
          <a:bodyPr/>
          <a:lstStyle/>
          <a:p>
            <a:pPr marL="400050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https://dl.acm.org/doi/10.1145/1298306.1298311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https://dl.acm.org/doi/10.1145/1935826.1935878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https://dl.acm.org/doi/10.1145/2433396.2433440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https://dl.acm.org/doi/10.1145/2187836.2187840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https://thesai.org/Publications/ViewPaper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https://ojs.aaai.org/index.php/ICWSM/article/view/14706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99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4AC378-E453-BECC-4302-93093F0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313" y="1902749"/>
            <a:ext cx="9407951" cy="2783840"/>
          </a:xfrm>
        </p:spPr>
        <p:txBody>
          <a:bodyPr>
            <a:normAutofit/>
          </a:bodyPr>
          <a:lstStyle/>
          <a:p>
            <a:pPr marL="365760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r>
              <a:rPr lang="en-IN" sz="54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Thank You….</a:t>
            </a:r>
          </a:p>
        </p:txBody>
      </p:sp>
    </p:spTree>
    <p:extLst>
      <p:ext uri="{BB962C8B-B14F-4D97-AF65-F5344CB8AC3E}">
        <p14:creationId xmlns:p14="http://schemas.microsoft.com/office/powerpoint/2010/main" val="2662129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148</TotalTime>
  <Words>569</Words>
  <Application>Microsoft Office PowerPoint</Application>
  <PresentationFormat>Custom</PresentationFormat>
  <Paragraphs>90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Urban</vt:lpstr>
      <vt:lpstr>Loan Approval Prediction</vt:lpstr>
      <vt:lpstr>Introduction of Project</vt:lpstr>
      <vt:lpstr>Objectives</vt:lpstr>
      <vt:lpstr>Modules</vt:lpstr>
      <vt:lpstr>System design  </vt:lpstr>
      <vt:lpstr>Algorithm  </vt:lpstr>
      <vt:lpstr>Preliminary design  (Diagrams)</vt:lpstr>
      <vt:lpstr>Output screenshots</vt:lpstr>
      <vt:lpstr>Strength</vt:lpstr>
      <vt:lpstr>Limitations</vt:lpstr>
      <vt:lpstr>Future scope</vt:lpstr>
      <vt:lpstr>Conclusion </vt:lpstr>
      <vt:lpstr>Reference</vt:lpstr>
      <vt:lpstr>Thank You….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</dc:title>
  <dc:creator>SAKSHI MALI</dc:creator>
  <cp:lastModifiedBy>Acer</cp:lastModifiedBy>
  <cp:revision>15</cp:revision>
  <dcterms:created xsi:type="dcterms:W3CDTF">2025-12-13T10:29:04Z</dcterms:created>
  <dcterms:modified xsi:type="dcterms:W3CDTF">2025-12-14T08:47:07Z</dcterms:modified>
</cp:coreProperties>
</file>